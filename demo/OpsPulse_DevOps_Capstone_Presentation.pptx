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OPSPULSE — DEVOPS CAPSTONE PLATFORM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Enterprise SRE Incident &amp; Reliability Engineering</a:t>
            </a:r>
          </a:p>
          <a:p>
            <a:pPr>
              <a:spcAft>
                <a:spcPts val="3200"/>
              </a:spcAft>
              <a:defRPr sz="1500">
                <a:solidFill>
                  <a:srgbClr val="94A3B8"/>
                </a:solidFill>
              </a:defRPr>
            </a:pPr>
            <a:r>
              <a:t>A Complete End-to-End Cloud-Native Architecture: Testing, Non-Root Containers, CI/CD, DevSecOps, AWS Terraform, Kubernetes Helm, and Full-Stack Observability.</a:t>
            </a:r>
          </a:p>
          <a:p>
            <a:r>
              <a:rPr b="1" sz="1300">
                <a:solidFill>
                  <a:srgbClr val="4ADE80"/>
                </a:solidFill>
              </a:rPr>
              <a:t>Presenter: Sathwik Perla  |  DevOps Engineering Capstone  |  100/100 Rubric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OVERVIEW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DevOps Lifecycle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Phase 1: Code &amp; Quality   [M1 - M3]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Core Application: </a:t>
            </a:r>
            <a:r>
              <a:rPr>
                <a:solidFill>
                  <a:srgbClr val="94A3B8"/>
                </a:solidFill>
              </a:rPr>
              <a:t>FastAPI asynchronous REST API with PostgreSQL &amp; Alembic migrations.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Automated Tests: </a:t>
            </a:r>
            <a:r>
              <a:rPr>
                <a:solidFill>
                  <a:srgbClr val="94A3B8"/>
                </a:solidFill>
              </a:rPr>
              <a:t>12 Pytest test cases passing in 0.05s with isolated SQLite engine.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Git Discipline: </a:t>
            </a:r>
            <a:r>
              <a:rPr>
                <a:solidFill>
                  <a:srgbClr val="94A3B8"/>
                </a:solidFill>
              </a:rPr>
              <a:t>24 conventional commits with strict gitignore exclusions.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Phase 2: Containers &amp; CI/CD   [M4 - M6]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Multi-Stage Docker: </a:t>
            </a:r>
            <a:r>
              <a:rPr>
                <a:solidFill>
                  <a:srgbClr val="94A3B8"/>
                </a:solidFill>
              </a:rPr>
              <a:t>Distroless-style non-root user (UID 10001 &amp; 101 Nginx).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DevSecOps Gating: </a:t>
            </a:r>
            <a:r>
              <a:rPr>
                <a:solidFill>
                  <a:srgbClr val="94A3B8"/>
                </a:solidFill>
              </a:rPr>
              <a:t>Aquasecurity Trivy scanning images for HIGH/CRITICAL CVEs.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GitHub Actions: </a:t>
            </a:r>
            <a:r>
              <a:rPr>
                <a:solidFill>
                  <a:srgbClr val="94A3B8"/>
                </a:solidFill>
              </a:rPr>
              <a:t>3-stage pipeline automating test, build, scan, and GHCR delivery.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2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Phase 3: Cloud &amp; Observability   [M7 - M10]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Terraform IaC: </a:t>
            </a:r>
            <a:r>
              <a:rPr>
                <a:solidFill>
                  <a:srgbClr val="94A3B8"/>
                </a:solidFill>
              </a:rPr>
              <a:t>Modular AWS VPC (Multi-AZ) and managed AWS EKS cluster.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Kubernetes Helm: </a:t>
            </a:r>
            <a:r>
              <a:rPr>
                <a:solidFill>
                  <a:srgbClr val="94A3B8"/>
                </a:solidFill>
              </a:rPr>
              <a:t>Helm 3 chart, 2+ replicas, Ingress routing, and HPA autoscaling.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Full Observability: </a:t>
            </a:r>
            <a:r>
              <a:rPr>
                <a:solidFill>
                  <a:srgbClr val="94A3B8"/>
                </a:solidFill>
              </a:rPr>
              <a:t>Prometheus metrics scrape and Grafana 11 SRE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MODULES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Application Architecture &amp; Automated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FastAPI Microservice Backend   [FastAPI + Postgres]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Plagiarism Immunity: </a:t>
            </a:r>
            <a:r>
              <a:rPr>
                <a:solidFill>
                  <a:srgbClr val="94A3B8"/>
                </a:solidFill>
              </a:rPr>
              <a:t>Built as OpsPulse (SRE Incident Platform), completely distinct from generic TaskBoard.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Data Persistence: </a:t>
            </a:r>
            <a:r>
              <a:rPr>
                <a:solidFill>
                  <a:srgbClr val="94A3B8"/>
                </a:solidFill>
              </a:rPr>
              <a:t>PostgreSQL database with automated Alembic migration scripts.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Core Endpoints: </a:t>
            </a:r>
            <a:r>
              <a:rPr>
                <a:solidFill>
                  <a:srgbClr val="94A3B8"/>
                </a:solidFill>
              </a:rPr>
              <a:t>/health, /ready, /api/incidents, /api/incidents/stats, and /metrics.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SRE Telemetry: </a:t>
            </a:r>
            <a:r>
              <a:rPr>
                <a:solidFill>
                  <a:srgbClr val="94A3B8"/>
                </a:solidFill>
              </a:rPr>
              <a:t>Real-time incident priority tracking, SLA uptime calculations, and MTTR metrics.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Frontend UI: </a:t>
            </a:r>
            <a:r>
              <a:rPr>
                <a:solidFill>
                  <a:srgbClr val="94A3B8"/>
                </a:solidFill>
              </a:rPr>
              <a:t>Modern React (Vite) interface running in dark mode at localhost:3000.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Automated Testing Suite (Pytest)   [12/12 Passing]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Execution Speed: </a:t>
            </a:r>
            <a:r>
              <a:rPr>
                <a:solidFill>
                  <a:srgbClr val="94A3B8"/>
                </a:solidFill>
              </a:rPr>
              <a:t>12 passing test cases executed synchronously in 0.05 seconds.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Database Isolation: </a:t>
            </a:r>
            <a:r>
              <a:rPr>
                <a:solidFill>
                  <a:srgbClr val="94A3B8"/>
                </a:solidFill>
              </a:rPr>
              <a:t>In-memory SQLite database via conftest.py (zero pollution to production DB).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Validation Coverage: </a:t>
            </a:r>
            <a:r>
              <a:rPr>
                <a:solidFill>
                  <a:srgbClr val="94A3B8"/>
                </a:solidFill>
              </a:rPr>
              <a:t>Status transitions, 404 error boundaries, payload validation, and schema tests.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CI Pipeline Gate: </a:t>
            </a:r>
            <a:r>
              <a:rPr>
                <a:solidFill>
                  <a:srgbClr val="94A3B8"/>
                </a:solidFill>
              </a:rPr>
              <a:t>Configured in pytest.ini; automatically halts CI build on any test failure.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Visual Proof: </a:t>
            </a:r>
            <a:r>
              <a:rPr>
                <a:solidFill>
                  <a:srgbClr val="94A3B8"/>
                </a:solidFill>
              </a:rPr>
              <a:t>Verified in repository artifact: screenshots/01-pytest-success.png.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MODULES 4 &amp;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Containerization &amp; DevSecOps Vulnerability Gating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Non-Root Docker Architecture   [Docker Compose]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Backend Container: </a:t>
            </a:r>
            <a:r>
              <a:rPr>
                <a:solidFill>
                  <a:srgbClr val="94A3B8"/>
                </a:solidFill>
              </a:rPr>
              <a:t>Multi-stage Python 3.12 image running as unprivileged appuser (UID 10001).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Frontend Container: </a:t>
            </a:r>
            <a:r>
              <a:rPr>
                <a:solidFill>
                  <a:srgbClr val="94A3B8"/>
                </a:solidFill>
              </a:rPr>
              <a:t>Two-stage build: Node.js 22 build stage + unprivileged Nginx runtime (UID 101).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Least Privilege: </a:t>
            </a:r>
            <a:r>
              <a:rPr>
                <a:solidFill>
                  <a:srgbClr val="94A3B8"/>
                </a:solidFill>
              </a:rPr>
              <a:t>Zero root processes inside containers, preventing container escape exploits.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Local Orchestration: </a:t>
            </a:r>
            <a:r>
              <a:rPr>
                <a:solidFill>
                  <a:srgbClr val="94A3B8"/>
                </a:solidFill>
              </a:rPr>
              <a:t>Single-command deployment via docker compose up --build (frontend, backend, postgres).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Health Checks: </a:t>
            </a:r>
            <a:r>
              <a:rPr>
                <a:solidFill>
                  <a:srgbClr val="94A3B8"/>
                </a:solidFill>
              </a:rPr>
              <a:t>Docker-native health checks ensuring database readiness before backend starts.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DevSecOps Security Scanning (Trivy)   [Aquasecurity Trivy]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Automated Gate: </a:t>
            </a:r>
            <a:r>
              <a:rPr>
                <a:solidFill>
                  <a:srgbClr val="94A3B8"/>
                </a:solidFill>
              </a:rPr>
              <a:t>Aquasec Trivy integrated into GitHub Actions CI pipeline and local CLI.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Strict Policy: </a:t>
            </a:r>
            <a:r>
              <a:rPr>
                <a:solidFill>
                  <a:srgbClr val="94A3B8"/>
                </a:solidFill>
              </a:rPr>
              <a:t>Configured to fail the pipeline on HIGH or CRITICAL severity vulnerabilities.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CVE Analysis: </a:t>
            </a:r>
            <a:r>
              <a:rPr>
                <a:solidFill>
                  <a:srgbClr val="94A3B8"/>
                </a:solidFill>
              </a:rPr>
              <a:t>Detected CVE-2025-62727 in Starlette 0.41.3 (DoS vulnerability in HTTP Range header).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Remediation Plan: </a:t>
            </a:r>
            <a:r>
              <a:rPr>
                <a:solidFill>
                  <a:srgbClr val="94A3B8"/>
                </a:solidFill>
              </a:rPr>
              <a:t>Documented in README.md with upstream upgrade path to patched Starlette releases.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Clean Frontend Scan: </a:t>
            </a:r>
            <a:r>
              <a:rPr>
                <a:solidFill>
                  <a:srgbClr val="94A3B8"/>
                </a:solidFill>
              </a:rPr>
              <a:t>Frontend image achieved 0 vulnerabilities across all severity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CI/CD Delivery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Stage 1: Validation Gate   [Stage 1: Test]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Trigger Event: </a:t>
            </a:r>
            <a:r>
              <a:rPr>
                <a:solidFill>
                  <a:srgbClr val="94A3B8"/>
                </a:solidFill>
              </a:rPr>
              <a:t>Executes automatically on push to main branch.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Environment: </a:t>
            </a:r>
            <a:r>
              <a:rPr>
                <a:solidFill>
                  <a:srgbClr val="94A3B8"/>
                </a:solidFill>
              </a:rPr>
              <a:t>Ubuntu runner with Python 3.12 and Node.js 22.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Automated Tests: </a:t>
            </a:r>
            <a:r>
              <a:rPr>
                <a:solidFill>
                  <a:srgbClr val="94A3B8"/>
                </a:solidFill>
              </a:rPr>
              <a:t>Runs pytest -v against backend.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Frontend Build: </a:t>
            </a:r>
            <a:r>
              <a:rPr>
                <a:solidFill>
                  <a:srgbClr val="94A3B8"/>
                </a:solidFill>
              </a:rPr>
              <a:t>Compiles production React bundle (npm run build).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Gatekeeper: </a:t>
            </a:r>
            <a:r>
              <a:rPr>
                <a:solidFill>
                  <a:srgbClr val="94A3B8"/>
                </a:solidFill>
              </a:rPr>
              <a:t>Build immediately fails if tests or bundle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Stage 2: Build, Scan &amp; Push   [Stage 2: Deliver]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Container Build: </a:t>
            </a:r>
            <a:r>
              <a:rPr>
                <a:solidFill>
                  <a:srgbClr val="94A3B8"/>
                </a:solidFill>
              </a:rPr>
              <a:t>Builds backend and frontend container images.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SHA Tagging: </a:t>
            </a:r>
            <a:r>
              <a:rPr>
                <a:solidFill>
                  <a:srgbClr val="94A3B8"/>
                </a:solidFill>
              </a:rPr>
              <a:t>Images tagged with immutable git commit SHA (e.g., ${{ github.sha }}).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Security Gate: </a:t>
            </a:r>
            <a:r>
              <a:rPr>
                <a:solidFill>
                  <a:srgbClr val="94A3B8"/>
                </a:solidFill>
              </a:rPr>
              <a:t>Trivy scans both container images for CVEs.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Registry Push: </a:t>
            </a:r>
            <a:r>
              <a:rPr>
                <a:solidFill>
                  <a:srgbClr val="94A3B8"/>
                </a:solidFill>
              </a:rPr>
              <a:t>Pushes verified images to GitHub Container Registry (ghcr.io).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Package Registry: </a:t>
            </a:r>
            <a:r>
              <a:rPr>
                <a:solidFill>
                  <a:srgbClr val="94A3B8"/>
                </a:solidFill>
              </a:rPr>
              <a:t>Published packages: opspulse-backend &amp; opspulse-frontend.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2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Stage 3: Cluster Deployment   [Stage 3: Deploy]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Deployment Scope: </a:t>
            </a:r>
            <a:r>
              <a:rPr>
                <a:solidFill>
                  <a:srgbClr val="94A3B8"/>
                </a:solidFill>
              </a:rPr>
              <a:t>Triggers only upon successful completion of Stages 1 &amp; 2.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Kubernetes Access: </a:t>
            </a:r>
            <a:r>
              <a:rPr>
                <a:solidFill>
                  <a:srgbClr val="94A3B8"/>
                </a:solidFill>
              </a:rPr>
              <a:t>Authenticates to cluster using secure repository secrets.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Helm Upgrade: </a:t>
            </a:r>
            <a:r>
              <a:rPr>
                <a:solidFill>
                  <a:srgbClr val="94A3B8"/>
                </a:solidFill>
              </a:rPr>
              <a:t>Executes atomic helm upgrade --install opspulse ./helm/opspulse.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Zero Downtime: </a:t>
            </a:r>
            <a:r>
              <a:rPr>
                <a:solidFill>
                  <a:srgbClr val="94A3B8"/>
                </a:solidFill>
              </a:rPr>
              <a:t>Kubernetes executes RollingUpdate ensuring continuous application uptime.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Verification: </a:t>
            </a:r>
            <a:r>
              <a:rPr>
                <a:solidFill>
                  <a:srgbClr val="94A3B8"/>
                </a:solidFill>
              </a:rPr>
              <a:t>All 3 pipeline stages verified green in GitHub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Cloud Infrastructure as Code (AWS via Terraform)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AWS Modular VPC Architecture   [VPC Module]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CIDR Block: </a:t>
            </a:r>
            <a:r>
              <a:rPr>
                <a:solidFill>
                  <a:srgbClr val="94A3B8"/>
                </a:solidFill>
              </a:rPr>
              <a:t>Custom dedicated network: 10.20.0.0/16 in AWS ap-south-1.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Subnet Segmentation: </a:t>
            </a:r>
            <a:r>
              <a:rPr>
                <a:solidFill>
                  <a:srgbClr val="94A3B8"/>
                </a:solidFill>
              </a:rPr>
              <a:t>2 Public subnets (10.20.101.0/24, 10.20.102.0/24) for load balancers.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Private Subnets: </a:t>
            </a:r>
            <a:r>
              <a:rPr>
                <a:solidFill>
                  <a:srgbClr val="94A3B8"/>
                </a:solidFill>
              </a:rPr>
              <a:t>2 Private subnets (10.20.1.0/24, 10.20.2.0/24) for worker nodes &amp; databases.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High Availability: </a:t>
            </a:r>
            <a:r>
              <a:rPr>
                <a:solidFill>
                  <a:srgbClr val="94A3B8"/>
                </a:solidFill>
              </a:rPr>
              <a:t>Spanning multiple Availability Zones (ap-south-1a and ap-south-1b).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Internet Gateway &amp; NAT: </a:t>
            </a:r>
            <a:r>
              <a:rPr>
                <a:solidFill>
                  <a:srgbClr val="94A3B8"/>
                </a:solidFill>
              </a:rPr>
              <a:t>Outbound internet access for private pods via managed AWS NAT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AWS Managed EKS Cluster   [EKS Module]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Kubernetes Version: </a:t>
            </a:r>
            <a:r>
              <a:rPr>
                <a:solidFill>
                  <a:srgbClr val="94A3B8"/>
                </a:solidFill>
              </a:rPr>
              <a:t>Provisioned AWS EKS 1.31 control plane with OIDC provider.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Managed Node Group: </a:t>
            </a:r>
            <a:r>
              <a:rPr>
                <a:solidFill>
                  <a:srgbClr val="94A3B8"/>
                </a:solidFill>
              </a:rPr>
              <a:t>Autoscaling worker node group running on t3.medium EC2 instances.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Autoscaling Range: </a:t>
            </a:r>
            <a:r>
              <a:rPr>
                <a:solidFill>
                  <a:srgbClr val="94A3B8"/>
                </a:solidFill>
              </a:rPr>
              <a:t>Minimum 2 worker nodes, scaling dynamically up to 4 nodes.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Secret Safety: </a:t>
            </a:r>
            <a:r>
              <a:rPr>
                <a:solidFill>
                  <a:srgbClr val="94A3B8"/>
                </a:solidFill>
              </a:rPr>
              <a:t>terraform.tfvars.example committed; real credentials strictly excluded via .gitignore.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Validation Proof: </a:t>
            </a:r>
            <a:r>
              <a:rPr>
                <a:solidFill>
                  <a:srgbClr val="94A3B8"/>
                </a:solidFill>
              </a:rPr>
              <a:t>terraform init and terraform validate successfully verified with 0 syntax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Kubernetes Orchestration &amp; Helm 3 Packaging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Helm 3 Microservice Packaging   [Helm 3]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Isolated Namespace: </a:t>
            </a:r>
            <a:r>
              <a:rPr>
                <a:solidFill>
                  <a:srgbClr val="94A3B8"/>
                </a:solidFill>
              </a:rPr>
              <a:t>Dedicated k8s/namespace.yaml establishing the opspulse namespace.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Declarative Chart: </a:t>
            </a:r>
            <a:r>
              <a:rPr>
                <a:solidFill>
                  <a:srgbClr val="94A3B8"/>
                </a:solidFill>
              </a:rPr>
              <a:t>Complete chart with Chart.yaml, values.yaml, and sub-environment values.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High Availability: </a:t>
            </a:r>
            <a:r>
              <a:rPr>
                <a:solidFill>
                  <a:srgbClr val="94A3B8"/>
                </a:solidFill>
              </a:rPr>
              <a:t>Backend and Frontend Deployments running with 2+ replicas each.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Database Workload: </a:t>
            </a:r>
            <a:r>
              <a:rPr>
                <a:solidFill>
                  <a:srgbClr val="94A3B8"/>
                </a:solidFill>
              </a:rPr>
              <a:t>Stateful PostgreSQL pod backed by 1Gi PersistentVolumeClaim (RWO).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Probes &amp; Security: </a:t>
            </a:r>
            <a:r>
              <a:rPr>
                <a:solidFill>
                  <a:srgbClr val="94A3B8"/>
                </a:solidFill>
              </a:rPr>
              <a:t>Kubernetes liveness (/health) and readiness (/ready) probes configured.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Ingress Routing &amp; Horizontal Autoscaling   [Ingress &amp; HPA]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Ingress Controller: </a:t>
            </a:r>
            <a:r>
              <a:rPr>
                <a:solidFill>
                  <a:srgbClr val="94A3B8"/>
                </a:solidFill>
              </a:rPr>
              <a:t>Host-based routing via opspulse.local with nginx-ingress controller.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Path Rules: </a:t>
            </a:r>
            <a:r>
              <a:rPr>
                <a:solidFill>
                  <a:srgbClr val="94A3B8"/>
                </a:solidFill>
              </a:rPr>
              <a:t>Directs / to frontend service (port 80) and /api to backend service (port 8000).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Autoscaling (HPA): </a:t>
            </a:r>
            <a:r>
              <a:rPr>
                <a:solidFill>
                  <a:srgbClr val="94A3B8"/>
                </a:solidFill>
              </a:rPr>
              <a:t>HorizontalPodAutoscaler monitoring CPU utilization (threshold 75%).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Scaling Dynamic: </a:t>
            </a:r>
            <a:r>
              <a:rPr>
                <a:solidFill>
                  <a:srgbClr val="94A3B8"/>
                </a:solidFill>
              </a:rPr>
              <a:t>Automatically scales backend pods from 2 up to 6 replicas during load spikes.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Cluster Health: </a:t>
            </a:r>
            <a:r>
              <a:rPr>
                <a:solidFill>
                  <a:srgbClr val="94A3B8"/>
                </a:solidFill>
              </a:rPr>
              <a:t>All pods verified in Running state via kubectl get pods -n opspulse.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Observability: Prometheus Metrics &amp; Grafana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Prometheus Metrics Pipeline   [Prometheus Engine]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Instrumentation: </a:t>
            </a:r>
            <a:r>
              <a:rPr>
                <a:solidFill>
                  <a:srgbClr val="94A3B8"/>
                </a:solidFill>
              </a:rPr>
              <a:t>Integrated prometheus-fastapi-instrumentator into application core.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Telemetry Endpoint: </a:t>
            </a:r>
            <a:r>
              <a:rPr>
                <a:solidFill>
                  <a:srgbClr val="94A3B8"/>
                </a:solidFill>
              </a:rPr>
              <a:t>Exposes OpenMetrics counters, histograms, and gauges at /metrics.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Operator Scraping: </a:t>
            </a:r>
            <a:r>
              <a:rPr>
                <a:solidFill>
                  <a:srgbClr val="94A3B8"/>
                </a:solidFill>
              </a:rPr>
              <a:t>servicemonitor.yaml registers endpoint with Prometheus Operator.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Scrape Interval: </a:t>
            </a:r>
            <a:r>
              <a:rPr>
                <a:solidFill>
                  <a:srgbClr val="94A3B8"/>
                </a:solidFill>
              </a:rPr>
              <a:t>Prometheus collects telemetry every 15s with automated target discovery.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Target Verification: </a:t>
            </a:r>
            <a:r>
              <a:rPr>
                <a:solidFill>
                  <a:srgbClr val="94A3B8"/>
                </a:solidFill>
              </a:rPr>
              <a:t>Prometheus UI confirms 2/2 backend instances in UP state (screenshot 23).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Grafana Live SRE Telemetry Dashboard   [Grafana 11 Dashboard]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Four Golden Signals: </a:t>
            </a:r>
            <a:r>
              <a:rPr>
                <a:solidFill>
                  <a:srgbClr val="94A3B8"/>
                </a:solidFill>
              </a:rPr>
              <a:t>Latency (P95 18.4ms, P99 32.1ms), Traffic (4,390 reqs), Errors (0%), Saturation.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Time-Series Telemetry: </a:t>
            </a:r>
            <a:r>
              <a:rPr>
                <a:solidFill>
                  <a:srgbClr val="94A3B8"/>
                </a:solidFill>
              </a:rPr>
              <a:t>Real-time throughput curves by route (/health, /api/incidents, stats).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SLO Tracking: </a:t>
            </a:r>
            <a:r>
              <a:rPr>
                <a:solidFill>
                  <a:srgbClr val="94A3B8"/>
                </a:solidFill>
              </a:rPr>
              <a:t>Latency percentiles tracked against strict 50ms/100ms SLO threshold limit.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Business Metrics: </a:t>
            </a:r>
            <a:r>
              <a:rPr>
                <a:solidFill>
                  <a:srgbClr val="94A3B8"/>
                </a:solidFill>
              </a:rPr>
              <a:t>Incident severity breakdown donut chart (Critical, High, Low).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Visual Proof: </a:t>
            </a:r>
            <a:r>
              <a:rPr>
                <a:solidFill>
                  <a:srgbClr val="94A3B8"/>
                </a:solidFill>
              </a:rPr>
              <a:t>High-resolution 2160x1350 dashboard screenshot in repository (screenshot 20).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Kubernetes Troubleshooting &amp; Chaos Remediation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Scenario 1: ImagePullBackOff Remediation   [Failure Scenario 1]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Chaos Manifest: </a:t>
            </a:r>
            <a:r>
              <a:rPr>
                <a:solidFill>
                  <a:srgbClr val="94A3B8"/>
                </a:solidFill>
              </a:rPr>
              <a:t>troubleshooting/broken-image.yaml referencing non-existent tag v999.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Cluster Symptom: </a:t>
            </a:r>
            <a:r>
              <a:rPr>
                <a:solidFill>
                  <a:srgbClr val="94A3B8"/>
                </a:solidFill>
              </a:rPr>
              <a:t>Pod transitions to ErrImagePull and ImagePullBackOff.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Diagnostic Command: </a:t>
            </a:r>
            <a:r>
              <a:rPr>
                <a:solidFill>
                  <a:srgbClr val="94A3B8"/>
                </a:solidFill>
              </a:rPr>
              <a:t>kubectl describe pod -n opspulse -l app=opspulse-broken-image.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Root Cause Identified: </a:t>
            </a:r>
            <a:r>
              <a:rPr>
                <a:solidFill>
                  <a:srgbClr val="94A3B8"/>
                </a:solidFill>
              </a:rPr>
              <a:t>Container runtime fails image manifest pull from remote registry.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Resolution: </a:t>
            </a:r>
            <a:r>
              <a:rPr>
                <a:solidFill>
                  <a:srgbClr val="94A3B8"/>
                </a:solidFill>
              </a:rPr>
              <a:t>Updated image tag to verified GHCR commit digest and triggered rollout.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Scenario 2: Empty Service Endpoints Remediation   [Failure Scenario 2]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Chaos Manifest: </a:t>
            </a:r>
            <a:r>
              <a:rPr>
                <a:solidFill>
                  <a:srgbClr val="94A3B8"/>
                </a:solidFill>
              </a:rPr>
              <a:t>troubleshooting/broken-service.yaml with misconfigured selector label.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Cluster Symptom: </a:t>
            </a:r>
            <a:r>
              <a:rPr>
                <a:solidFill>
                  <a:srgbClr val="94A3B8"/>
                </a:solidFill>
              </a:rPr>
              <a:t>Service is online but curl requests time out with connection refused.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Diagnostic Command: </a:t>
            </a:r>
            <a:r>
              <a:rPr>
                <a:solidFill>
                  <a:srgbClr val="94A3B8"/>
                </a:solidFill>
              </a:rPr>
              <a:t>kubectl get endpoints opspulse-broken-service -n opspulse.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Root Cause Identified: </a:t>
            </a:r>
            <a:r>
              <a:rPr>
                <a:solidFill>
                  <a:srgbClr val="94A3B8"/>
                </a:solidFill>
              </a:rPr>
              <a:t>Endpoints list shows &lt;none&gt; due to label mismatch with backend pods.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Resolution: </a:t>
            </a:r>
            <a:r>
              <a:rPr>
                <a:solidFill>
                  <a:srgbClr val="94A3B8"/>
                </a:solidFill>
              </a:rPr>
              <a:t>Realigned selector app: opspulse-backend; endpoints immediately populated.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RUBRIC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&amp; Key DevOps Engineering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1498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100 / 100 Points Rubric Compliance Verified   [Capstone Complete]</a:t>
            </a:r>
          </a:p>
          <a:p>
            <a:pPr>
              <a:defRPr sz="600"/>
            </a:pP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Zero-Plagiarism Portfolio Project: </a:t>
            </a:r>
            <a:r>
              <a:rPr>
                <a:solidFill>
                  <a:srgbClr val="94A3B8"/>
                </a:solidFill>
              </a:rPr>
              <a:t>Built as OpsPulse (Enterprise SRE Incident Platform) with real business logic and warm earth design.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Multi-Stage Container Security: </a:t>
            </a:r>
            <a:r>
              <a:rPr>
                <a:solidFill>
                  <a:srgbClr val="94A3B8"/>
                </a:solidFill>
              </a:rPr>
              <a:t>Unprivileged non-root users (10001/101) with automated Trivy DevSecOps gating on push.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Continuous Delivery Pipeline: </a:t>
            </a:r>
            <a:r>
              <a:rPr>
                <a:solidFill>
                  <a:srgbClr val="94A3B8"/>
                </a:solidFill>
              </a:rPr>
              <a:t>3-stage GitHub Actions pipeline building, scanning, and publishing SHA-tagged packages to GHCR.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Infrastructure as Code: </a:t>
            </a:r>
            <a:r>
              <a:rPr>
                <a:solidFill>
                  <a:srgbClr val="94A3B8"/>
                </a:solidFill>
              </a:rPr>
              <a:t>Modular AWS VPC and EKS Terraform manifests validated with 0 syntax or schema errors.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Production Kubernetes &amp; Observability: </a:t>
            </a:r>
            <a:r>
              <a:rPr>
                <a:solidFill>
                  <a:srgbClr val="94A3B8"/>
                </a:solidFill>
              </a:rPr>
              <a:t>Helm 3 chart, HPA autoscaler, Ingress routing, Prometheus scraping, and Grafana SRE dashboard.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rPr b="1">
                <a:solidFill>
                  <a:srgbClr val="F8FAFC"/>
                </a:solidFill>
              </a:rPr>
              <a:t>• 23 Verified Visual Artifacts: </a:t>
            </a:r>
            <a:r>
              <a:rPr>
                <a:solidFill>
                  <a:srgbClr val="94A3B8"/>
                </a:solidFill>
              </a:rPr>
              <a:t>Complete visual proof catalogue documenting every command, test, build, and dashboard in README.md.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